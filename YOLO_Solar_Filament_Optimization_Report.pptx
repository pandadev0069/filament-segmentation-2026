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1F5F9"/>
                </a:solidFill>
              </a:defRPr>
            </a:pPr>
            <a:r>
              <a:t>Optimizing YOLO Hyperparameters</a:t>
            </a:r>
          </a:p>
          <a:p>
            <a:pPr algn="l">
              <a:spcBef>
                <a:spcPts val="1200"/>
              </a:spcBef>
              <a:defRPr sz="2200">
                <a:solidFill>
                  <a:srgbClr val="EAB308"/>
                </a:solidFill>
              </a:defRPr>
            </a:pPr>
            <a:r>
              <a:t>Parameter Blueprint for the Solar Filament Segmentation Competition</a:t>
            </a:r>
          </a:p>
          <a:p>
            <a:pPr algn="l">
              <a:spcBef>
                <a:spcPts val="2400"/>
              </a:spcBef>
              <a:defRPr sz="1400">
                <a:solidFill>
                  <a:srgbClr val="94A3B8"/>
                </a:solidFill>
              </a:defRPr>
            </a:pPr>
            <a:r>
              <a:t>A Physics-Driven Approach to Ultralytics Training Configs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1. Core &amp; Infrastructure Parameters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6705295"/>
              </a:tblGrid>
              <a:tr h="5715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1F5F9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1F5F9"/>
                          </a:solidFill>
                        </a:defRPr>
                      </a:pPr>
                      <a:r>
                        <a:t>Optimized Value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1F5F9"/>
                          </a:solidFill>
                        </a:defRPr>
                      </a:pPr>
                      <a:r>
                        <a:t>Role in Solar Filament Competition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str(DATA_YAML)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Points to path containing training/validation images and H-Alpha polygon masks.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imgsz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IMAGE_SIZE (1024+)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Resolution of the solar disk. High sizes preserve ultra-thin, narrow plasma filaments.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epochs / patience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NUM_EPOCHS / 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Total training limit and early-stopping patience to guard against overfitting.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batch / device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BATCH_SIZE / GPU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Optimizes VRAM footprint. Set batch size to max out parallel GPU compute capacity.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workers / cache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YOLO_WORKERS / True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Data loader threads and RAM/Disk caching to eradicate CPU-to-GPU data transfer bottlenecks.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project / name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RUNS_DIR / NAME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Organizes versioned artifact outputs, saving model weights and tracking data cleanly.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exist_ok / plots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True / True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Overwrites current run safely and creates loss graphs/validation prediction visuals.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2. Optimization &amp; Learning Rate Strategy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6705295"/>
              </a:tblGrid>
              <a:tr h="587828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1F5F9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1F5F9"/>
                          </a:solidFill>
                        </a:defRPr>
                      </a:pPr>
                      <a:r>
                        <a:t>Optimized Value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1F5F9"/>
                          </a:solidFill>
                        </a:defRPr>
                      </a:pPr>
                      <a:r>
                        <a:t>Role in Solar Filament Competition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optimizer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'AdamW'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Switches from SGD/'auto' to track complex spatial gradients with weight-decoupled decay.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lr0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0.0005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Lowered initial learning rate. Crucial for stable, fine-grained pixel convergence on scientific data.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lrf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0.01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Final learning rate fraction. Reduces the training rate down to 1% of lr0 for fine-tuning late epochs.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cos_lr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Applies a Cosine Annealing schedule. Smooths out learning rate decay to find optimal local minima.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weight_decay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Strong L2 regularization to penalize complex weights, mitigating overfitting on the small 707-image set.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amp / seed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True / SEED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Enables Automatic Mixed Precision (FP16) for speed and sets seeds for strict reproducibility.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3. Domain-Specific Spatial &amp; Color Augmentations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6705295"/>
              </a:tblGrid>
              <a:tr h="5715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1F5F9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1F5F9"/>
                          </a:solidFill>
                        </a:defRPr>
                      </a:pPr>
                      <a:r>
                        <a:t>Optimized Value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1F5F9"/>
                          </a:solidFill>
                        </a:defRPr>
                      </a:pPr>
                      <a:r>
                        <a:t>Role in Solar Filament Competition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fliplr / flipud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0.5 / 0.5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Horizontal &amp; vertical flips. Solar photography lacks directional orientation bias; completely valid.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degrees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180.0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Full 360-degree rotation. Models true physical randomness of solar plasma filaments over time.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scale / translate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0.3 / 0.1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Simulates varied camera zoom levels and shifts. Adapts model to filament length variations.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shear / perspective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0.0 / 0.0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Disabled. Solar features are captured top-down from Earth/Space; skewing geometry corrupts physics.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hsv_h / hsv_s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0.0 / 0.0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Disabled. Monochromatic H-Alpha narrow-band filters do not contain natural hue or saturation variance.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hsv_v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Disabled. Retaining accurate physical contrast levels is vital for segmenting absorption structures.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deterministic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Locks down PyTorch convolution algorithms, ensuring performance changes stem from code, not noise.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4. Context Mechanics &amp; Evaluation Controls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6705295"/>
              </a:tblGrid>
              <a:tr h="6096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1F5F9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1F5F9"/>
                          </a:solidFill>
                        </a:defRPr>
                      </a:pPr>
                      <a:r>
                        <a:t>Optimized Value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1F5F9"/>
                          </a:solidFill>
                        </a:defRPr>
                      </a:pPr>
                      <a:r>
                        <a:t>Role in Solar Filament Competition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mosaic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0.5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Compiles 4 sub-images. Forces the network to identify small, localized features, directly boosting Panoptic Quality.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blur / mixup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0.0 / 0.0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Disabled. Sharp boundaries are critical for masking; alpha-blending overlapping images creates false structures.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copy_paste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Disabled. Pasting random filaments into disjointed solar images disrupts spatial structural physics.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max_det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MAX_DETECTIONS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Limits upper-bound mask generations per image to clean up extraneous background noise predictions.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verbose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True / False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Controls step-by-step console printouts. Set False inside Kaggle to eliminate browser UI log lagging.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